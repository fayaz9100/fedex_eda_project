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7" r:id="rId8"/>
    <p:sldId id="261" r:id="rId9"/>
    <p:sldId id="266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Exploratory Data Analysis on FedEx Delivery Operations</a:t>
            </a: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3597" y="63374"/>
            <a:ext cx="7166908" cy="213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Submitted By:</a:t>
            </a:r>
          </a:p>
          <a:p>
            <a:r>
              <a:rPr dirty="0"/>
              <a:t>Shaik Fayaz Ahammed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FedEx delivery operations using EDA</a:t>
            </a:r>
          </a:p>
          <a:p>
            <a:pPr>
              <a:defRPr sz="2200"/>
            </a:pPr>
            <a:r>
              <a:t>• Identify delivery patterns</a:t>
            </a:r>
          </a:p>
          <a:p>
            <a:pPr>
              <a:defRPr sz="2200"/>
            </a:pPr>
            <a:r>
              <a:t>• Detect operational bottlenecks</a:t>
            </a:r>
          </a:p>
          <a:p>
            <a:pPr>
              <a:defRPr sz="2200"/>
            </a:pPr>
            <a:r>
              <a:t>• Generate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1;p6" title="Screenshot 2025-04-13 at 5.36.30 PM.png">
            <a:extLst>
              <a:ext uri="{FF2B5EF4-FFF2-40B4-BE49-F238E27FC236}">
                <a16:creationId xmlns:a16="http://schemas.microsoft.com/office/drawing/2014/main" id="{15F6B6DB-15BE-DF0A-B59F-EC8A7BB063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89" y="697117"/>
            <a:ext cx="9096622" cy="5143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836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2200"/>
            </a:pPr>
            <a:endParaRPr lang="en-IN" dirty="0"/>
          </a:p>
          <a:p>
            <a:pPr>
              <a:defRPr sz="2200"/>
            </a:pPr>
            <a:r>
              <a:rPr dirty="0" err="1"/>
              <a:t>ShipmentID</a:t>
            </a:r>
            <a:endParaRPr dirty="0"/>
          </a:p>
          <a:p>
            <a:pPr>
              <a:defRPr sz="2200"/>
            </a:pPr>
            <a:r>
              <a:rPr dirty="0"/>
              <a:t>Origin</a:t>
            </a:r>
          </a:p>
          <a:p>
            <a:pPr>
              <a:defRPr sz="2200"/>
            </a:pPr>
            <a:r>
              <a:rPr dirty="0"/>
              <a:t>Destination</a:t>
            </a:r>
          </a:p>
          <a:p>
            <a:pPr>
              <a:defRPr sz="2200"/>
            </a:pPr>
            <a:r>
              <a:rPr dirty="0" err="1"/>
              <a:t>Pickup_Date</a:t>
            </a:r>
            <a:endParaRPr dirty="0"/>
          </a:p>
          <a:p>
            <a:pPr>
              <a:defRPr sz="2200"/>
            </a:pPr>
            <a:r>
              <a:rPr dirty="0" err="1"/>
              <a:t>Delivery_Date</a:t>
            </a:r>
            <a:endParaRPr dirty="0"/>
          </a:p>
          <a:p>
            <a:pPr>
              <a:defRPr sz="2200"/>
            </a:pPr>
            <a:r>
              <a:rPr dirty="0" err="1"/>
              <a:t>Delivery_Status</a:t>
            </a:r>
            <a:endParaRPr dirty="0"/>
          </a:p>
          <a:p>
            <a:pPr>
              <a:defRPr sz="2200"/>
            </a:pPr>
            <a:r>
              <a:rPr dirty="0" err="1"/>
              <a:t>Distance_KM</a:t>
            </a:r>
            <a:endParaRPr dirty="0"/>
          </a:p>
          <a:p>
            <a:pPr>
              <a:defRPr sz="2200"/>
            </a:pPr>
            <a:r>
              <a:rPr dirty="0" err="1"/>
              <a:t>Shipment_Mode</a:t>
            </a:r>
            <a:endParaRPr dirty="0"/>
          </a:p>
          <a:p>
            <a:pPr>
              <a:defRPr sz="2200"/>
            </a:pPr>
            <a:r>
              <a:rPr dirty="0" err="1"/>
              <a:t>Weight_KG</a:t>
            </a:r>
            <a:endParaRPr dirty="0"/>
          </a:p>
          <a:p>
            <a:pPr>
              <a:defRPr sz="2200"/>
            </a:pPr>
            <a:r>
              <a:rPr dirty="0" err="1"/>
              <a:t>Cost_USD</a:t>
            </a:r>
            <a:endParaRPr dirty="0"/>
          </a:p>
          <a:p>
            <a:pPr>
              <a:defRPr sz="2200"/>
            </a:pPr>
            <a:r>
              <a:rPr dirty="0" err="1"/>
              <a:t>Customer_Segment</a:t>
            </a:r>
            <a:endParaRPr dirty="0"/>
          </a:p>
          <a:p>
            <a:pPr>
              <a:defRPr sz="2200"/>
            </a:pPr>
            <a:r>
              <a:rPr dirty="0" err="1"/>
              <a:t>Delay_Reason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IN" dirty="0"/>
              <a:t>      </a:t>
            </a:r>
            <a:r>
              <a:rPr lang="en-IN" b="1" dirty="0"/>
              <a:t>By this I created the dataset “fedex_deliveries.csv”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Loaded dataset</a:t>
            </a:r>
          </a:p>
          <a:p>
            <a:pPr>
              <a:defRPr sz="2200"/>
            </a:pPr>
            <a:r>
              <a:rPr dirty="0"/>
              <a:t>Checked missing values</a:t>
            </a:r>
          </a:p>
          <a:p>
            <a:pPr>
              <a:defRPr sz="2200"/>
            </a:pPr>
            <a:r>
              <a:rPr dirty="0"/>
              <a:t>Converted date columns</a:t>
            </a:r>
            <a:endParaRPr lang="en-US" dirty="0"/>
          </a:p>
          <a:p>
            <a:pPr>
              <a:defRPr sz="2200"/>
            </a:pPr>
            <a:r>
              <a:rPr dirty="0"/>
              <a:t>Created </a:t>
            </a:r>
            <a:r>
              <a:rPr dirty="0" err="1"/>
              <a:t>Delivery_Time_Days</a:t>
            </a:r>
            <a:endParaRPr dirty="0"/>
          </a:p>
          <a:p>
            <a:pPr>
              <a:defRPr sz="2200"/>
            </a:pPr>
            <a:r>
              <a:rPr dirty="0"/>
              <a:t>Checked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Delivery Time Distribution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Shipment Mode Count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Customer Segment Cost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Delivery Status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Weight vs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B8FCC-CD8C-9DEB-FCEF-6304B230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" y="258034"/>
            <a:ext cx="3124207" cy="1977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DA9A1-04BB-95D3-F7FC-05053CEDD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926" y="4727767"/>
            <a:ext cx="3872838" cy="1977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349FE8-C959-2F46-7453-F7903067C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67" y="2390115"/>
            <a:ext cx="3124207" cy="21004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907F1A-3B4B-CBD5-2F65-E5356D8DB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055" y="2390116"/>
            <a:ext cx="3651552" cy="21004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E23173-A72E-2CA0-4728-CE93D2FA0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8054" y="258034"/>
            <a:ext cx="3651553" cy="1977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71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&amp; Operational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Top 5 City Pairs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Delays by Shipment Mode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Correlation Heatmap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Delay Reason Analysis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Delivery Time by Shipment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8E3CEC-76FA-B753-87D5-68B66B86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16" y="300647"/>
            <a:ext cx="3493974" cy="18050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94CF3-1965-5CFA-6E26-E04BDA24C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16" y="2362590"/>
            <a:ext cx="3493974" cy="19627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2C88-9902-F9E9-7820-D3BD46E0B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075" y="2362589"/>
            <a:ext cx="4256188" cy="19627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2EF869-18CF-35FD-BD08-75A98E6DC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22" y="4404512"/>
            <a:ext cx="6318517" cy="21528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1D934E-42BA-2053-5BC4-ACD7A087A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075" y="254622"/>
            <a:ext cx="4256188" cy="18050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9404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  <a:defRPr sz="2200"/>
            </a:pPr>
            <a:r>
              <a:rPr dirty="0"/>
              <a:t>Improve route planning</a:t>
            </a:r>
          </a:p>
          <a:p>
            <a:pPr>
              <a:buFont typeface="Wingdings" panose="05000000000000000000" pitchFamily="2" charset="2"/>
              <a:buChar char="q"/>
              <a:defRPr sz="2200"/>
            </a:pPr>
            <a:r>
              <a:rPr dirty="0"/>
              <a:t>Optimize shipment mode</a:t>
            </a:r>
          </a:p>
          <a:p>
            <a:pPr>
              <a:buFont typeface="Wingdings" panose="05000000000000000000" pitchFamily="2" charset="2"/>
              <a:buChar char="q"/>
              <a:defRPr sz="2200"/>
            </a:pPr>
            <a:r>
              <a:rPr dirty="0"/>
              <a:t>Reduce shipping costs</a:t>
            </a:r>
          </a:p>
          <a:p>
            <a:pPr>
              <a:buFont typeface="Wingdings" panose="05000000000000000000" pitchFamily="2" charset="2"/>
              <a:buChar char="q"/>
              <a:defRPr sz="2200"/>
            </a:pPr>
            <a:r>
              <a:rPr dirty="0"/>
              <a:t>Notify customers about delays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Delivery patterns identified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Shipment mode impacts delivery time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Delay reasons affect operations</a:t>
            </a:r>
          </a:p>
          <a:p>
            <a:pPr>
              <a:buFont typeface="Wingdings" panose="05000000000000000000" pitchFamily="2" charset="2"/>
              <a:buChar char="ü"/>
              <a:defRPr sz="2200"/>
            </a:pPr>
            <a:r>
              <a:rPr dirty="0"/>
              <a:t>Data supports better logistics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167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Exploratory Data Analysis on FedEx Delivery Operations</vt:lpstr>
      <vt:lpstr>Objective</vt:lpstr>
      <vt:lpstr>PowerPoint Presentation</vt:lpstr>
      <vt:lpstr>Dataset Description</vt:lpstr>
      <vt:lpstr>Data Cleaning</vt:lpstr>
      <vt:lpstr>EDA</vt:lpstr>
      <vt:lpstr>PowerPoint Presentation</vt:lpstr>
      <vt:lpstr>Geographic &amp; Operational Insights</vt:lpstr>
      <vt:lpstr>PowerPoint Presentation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Fayaz Ahammed</cp:lastModifiedBy>
  <cp:revision>2</cp:revision>
  <dcterms:created xsi:type="dcterms:W3CDTF">2013-01-27T09:14:16Z</dcterms:created>
  <dcterms:modified xsi:type="dcterms:W3CDTF">2026-07-19T09:44:30Z</dcterms:modified>
  <cp:category/>
</cp:coreProperties>
</file>